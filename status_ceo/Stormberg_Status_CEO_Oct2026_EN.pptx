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3b3c418f-a539-8205-1f21-ec47a0773fa8}">
          <p14:sldIdLst>
            <p14:sldId id="256"/>
            <p14:sldId id="257"/>
            <p14:sldId id="258"/>
          </p14:sldIdLst>
        </p14:section>
        <p14:section name="Progress" id="{550a7bf0-6b17-fed7-4732-7561b82689aa}">
          <p14:sldIdLst>
            <p14:sldId id="259"/>
            <p14:sldId id="260"/>
            <p14:sldId id="261"/>
          </p14:sldIdLst>
        </p14:section>
        <p14:section name="Next steps" id="{3fe92e93-6554-2452-bfbd-ff4ab6d09887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Brooklyn store daily sales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Meta-attributed purchases by brand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 1–5 (5 days)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Oct 6–13 (8 days)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Sales by program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by program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Other flows and sends</c:v>
                  </c:pt>
                  <c:pt idx="1">
                    <c:v>$10-off reminder</c:v>
                  </c:pt>
                  <c:pt idx="2">
                    <c:v>Win-back</c:v>
                  </c:pt>
                  <c:pt idx="3">
                    <c:v>SMS Welcome</c:v>
                  </c:pt>
                  <c:pt idx="4">
                    <c:v>Game Day (email + SMS)</c:v>
                  </c:pt>
                  <c:pt idx="5">
                    <c:v>First-purchase flow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October status update · Data as of October 13,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EXECUTIVE STATUS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October progress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Follow-up on the commitments in the October 1–9 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October 14,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are rebounding: three straight days above $1,500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Meta-attributed purchases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1–5 vs. Oct 6–13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 daily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10–12 vs. Oct 1–9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Email and SMS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Oct 1–14 (31 orders)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to know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sold $1,745 a day from October 10 to 12, nearly double the first nine days of the month, right as Meta came on.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Execution: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Meta commitment is live across all 3 brands.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Watch: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Meta's direct return (0.76x) is still being built; budget has already moved toward what converts best.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What's next: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Brooklyn's Fast Sale (Oct 15–18) is the biggest lever of the month.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signals from the last week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$1,745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36118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average daily sales Oct 10–12, vs. $919 Oct 1–9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profitable flows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After the adjustments, flows earn $1.04 per recipient (vs. $0.21 in September) and $80 a day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is growing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Customers earning points on orders: from 74 to 82 a week (+11%) since paid media began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Subscriptions up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Higher subscription sales, with the Subscribe &amp; Save flow live since Oct 7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Brand and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Very strong ROAS last week, in step with Meta coming on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 for store sales, flows and Smile. Subscriptions and Google: team platform reports.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 9 commitments: status by brand</a:t>
            </a:r>
            <a:endParaRPr lang="en-US" sz="2600" dirty="0"/>
          </a:p>
        </p:txBody>
      </p:sp>
      <p:graphicFrame>
        <p:nvGraphicFramePr>
          <p:cNvPr id="5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stands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New-customer campaign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since Oct 5. On Oct 13 we trimmed its budget ($1,000 → $800) due to a high cost per purchase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vs. No-Offer A/B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Oct 6; 10%-off new-customer ad sets launched Oct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Smile / W10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List-based and lookalike audiences live on Meta; $210 invested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email and SMS (Oct 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6,770 emails and 308 SMS: 7 orders,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sends built: launch Oct 15, reminder Oct 16, last call Oct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→ Subscription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setup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in testing; not live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Smile10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purchases at $26 each: the lowest cost per purchase in the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new BARK15 Welcome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live since Oct 7 (budget $200 → $300); Welcome live since Oct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 brands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retargeting (added)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10: catalog ads to 90-day viewers and cart adders, excluding buyers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more volume, efficiency still being built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working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 new customers: $26 per purchase, 1.6x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dynamic retargeting: $26 per purchase, 2.9x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 dynamic retargeting: 3.1x return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fixing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new customers: $170 per purchase → budget trimmed on Oct 13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 retargeting (since Oct 10) is still learning; budget raised for Ayoba and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Meta Ads Manager, platform-attributed purchases and return. Excludes Google Ads and total store sales (see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and SMS are driving repeat sales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 email and SMS-attributed sales,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 1–14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orders; 17 came in automatically through flows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Game Day had a 60% open rate. The Subscribe &amp; Save and Second Order flows have been live since Oct 7.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Biltong), platform-attributed orders.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do this week</a:t>
            </a:r>
            <a:endParaRPr lang="en-US" sz="26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Plan dot 1"/>
          <p:cNvSpPr/>
          <p:nvPr/>
        </p:nvSpPr>
        <p:spPr>
          <a:xfrm>
            <a:off x="640080" y="11887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Biltong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 Sale: VIP 20% and list 15% (Oct 15), reminder Oct 16, last call Oct 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dynamic retargeting and Smile; tune new-customer campaigns by cost per purchase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Restore email frequency and activate the Recurring → Subscription flow</a:t>
            </a:r>
            <a:endParaRPr lang="en-US" sz="1100" dirty="0"/>
          </a:p>
        </p:txBody>
      </p:sp>
      <p:sp>
        <p:nvSpPr>
          <p:cNvPr id="7" name="Plan card 2"/>
          <p:cNvSpPr/>
          <p:nvPr/>
        </p:nvSpPr>
        <p:spPr>
          <a:xfrm>
            <a:off x="324612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Plan dot 2"/>
          <p:cNvSpPr/>
          <p:nvPr/>
        </p:nvSpPr>
        <p:spPr>
          <a:xfrm>
            <a:off x="342900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476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 Foods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campaign, the lowest cost per purchase in the portfolio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Activate the retention flows so they run automatically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Campaigns: Spicy Taco Night, Droëwors Oktoberfest and Cabin Weekend</a:t>
            </a:r>
            <a:endParaRPr lang="en-US" sz="1100" dirty="0"/>
          </a:p>
        </p:txBody>
      </p:sp>
      <p:sp>
        <p:nvSpPr>
          <p:cNvPr id="11" name="Plan card 3"/>
          <p:cNvSpPr/>
          <p:nvPr/>
        </p:nvSpPr>
        <p:spPr>
          <a:xfrm>
            <a:off x="603504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Plan dot 3"/>
          <p:cNvSpPr/>
          <p:nvPr/>
        </p:nvSpPr>
        <p:spPr>
          <a:xfrm>
            <a:off x="621792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 as it gathers data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Launch the SMS Welcome Series and track the new BARK15 Welcome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Sustain dynamic retargeting at its new budget</a:t>
            </a:r>
            <a:endParaRPr lang="en-US" sz="1100" dirty="0"/>
          </a:p>
        </p:txBody>
      </p:sp>
      <p:sp>
        <p:nvSpPr>
          <p:cNvPr id="15" name="Follow-up panel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follow-up: October 21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We'll share the results of Brooklyn's Fast Sale (sales, orders, and VIP vs. list response) and how the new-customer campaigns are progressing across all 3 brands.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October progress</dc:title>
  <dc:subject>PptxGenJS Presentation</dc:subject>
  <dc:creator>Rebold</dc:creator>
  <cp:lastModifiedBy>Rebold</cp:lastModifiedBy>
  <cp:revision>1</cp:revision>
  <dcterms:created xsi:type="dcterms:W3CDTF">2026-10-14T15:16:56Z</dcterms:created>
  <dcterms:modified xsi:type="dcterms:W3CDTF">2026-10-14T15:16:56Z</dcterms:modified>
</cp:coreProperties>
</file>