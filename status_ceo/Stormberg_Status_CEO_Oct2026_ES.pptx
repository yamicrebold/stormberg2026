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5845631f-987d-e56f-a059-3aab15afdd7c}">
          <p14:sldIdLst>
            <p14:sldId id="256"/>
            <p14:sldId id="257"/>
            <p14:sldId id="258"/>
            <p14:sldId id="259"/>
          </p14:sldIdLst>
        </p14:section>
        <p14:section name="Avances" id="{c3cf5e8c-1df6-098c-63e2-34052b8ba268}">
          <p14:sldIdLst>
            <p14:sldId id="260"/>
            <p14:sldId id="261"/>
            <p14:sldId id="262"/>
          </p14:sldIdLst>
        </p14:section>
        <p14:section name="Próximos pasos" id="{8b22bd57-aa73-725b-ac94-8194006c436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Venta diaria de la tienda Brooklyn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Compras atribuidas a Meta por marca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1–5 oct (5 días)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6–13 oct (8 días)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Ventas por programa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Ventas por programa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Otros flujos y envíos</c:v>
                  </c:pt>
                  <c:pt idx="1">
                    <c:v>Recordatorio $10 off</c:v>
                  </c:pt>
                  <c:pt idx="2">
                    <c:v>Win-back</c:v>
                  </c:pt>
                  <c:pt idx="3">
                    <c:v>Welcome por SMS</c:v>
                  </c:pt>
                  <c:pt idx="4">
                    <c:v>Game Day (email + SMS)</c:v>
                  </c:pt>
                  <c:pt idx="5">
                    <c:v>Flujo primera compra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Status de octubre · Datos al 13 de octubre de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STATUS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avances de octubre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Seguimiento a lo comprometido en el update del 1–9 de octubre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14 de octubre de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ventas repuntan: tres días seguidos sobre $1.500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Compras atribuidas a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1–5 oct vs. 6–13 oct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 diaria de Brooklyn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10–12 oct vs. 1–9 oct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 por email y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1–14 oct (31 órdenes)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tiene que saber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vendió $1.745 diarios del 10 al 12 de octubre, casi el doble que en los primeros nueve días del mes, justo cuando se encendió Meta. Y la utilidad se mantiene en $4,5–5K al mes con casi la mitad de la inversión en medios.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Ejecución: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lo comprometido en Meta ya está en el aire en las 3 marcas.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A cuidar: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retorno directo de Meta (0,76x) aún está en construcción; ya movimos presupuesto a lo que mejor convierte.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Lo que viene: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Fast Sale de Brooklyn (15–18 oct) es la palanca más grande del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señales positivas de la última semana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utilidad mensual estable desde mayo, con casi la mitad de la inversión en medios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Flujos más rentables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Tras los ajustes, los flujos generan $1,04 por receptor (vs. $0,21 en septiembre) y $80 diarios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en crecimiento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Clientes que ganan puntos por compra: de 74 a 82 por semana (+11%) desde que arrancó la pauta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Suscripciones al alza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Más ventas por suscripción, con el flujo Subscribe &amp; Save activo desde el 7 oct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Marca y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ROAS muy sólido la última semana, en paralelo con el encendido de Meta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 para ventas de la tienda, flujos y Smile. Utilidad: análisis financiero de Brooklyn. Suscripciones y Google: reportes de plataforma del equipo.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Barker: una base sólida y recurrente</a:t>
            </a:r>
            <a:endParaRPr lang="en-US" sz="2600" dirty="0"/>
          </a:p>
        </p:txBody>
      </p:sp>
      <p:sp>
        <p:nvSpPr>
          <p:cNvPr id="3" name="BB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$89,9K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ventas en lo que va del año, con 1.181 órdenes y ticket promedio de $76</a:t>
            </a:r>
            <a:endParaRPr lang="en-US" sz="1200" dirty="0"/>
          </a:p>
        </p:txBody>
      </p:sp>
      <p:sp>
        <p:nvSpPr>
          <p:cNvPr id="6" name="BB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las ventas son renovaciones de suscripción: $40K de ingreso recurrente en el año</a:t>
            </a:r>
            <a:endParaRPr lang="en-US" sz="1200" dirty="0"/>
          </a:p>
        </p:txBody>
      </p:sp>
      <p:sp>
        <p:nvSpPr>
          <p:cNvPr id="9" name="BB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$2,21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 destinatario en los flujos automáticos, 13 veces más que las campañas</a:t>
            </a:r>
            <a:endParaRPr lang="en-US" sz="1200" dirty="0"/>
          </a:p>
        </p:txBody>
      </p:sp>
      <p:sp>
        <p:nvSpPr>
          <p:cNvPr id="12" name="BB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BB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estables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~$9,3K al mes en el primer trimestre y ~$9,7K de abril a septiembre</a:t>
            </a:r>
            <a:endParaRPr lang="en-US" sz="1100" dirty="0"/>
          </a:p>
        </p:txBody>
      </p:sp>
      <p:sp>
        <p:nvSpPr>
          <p:cNvPr id="16" name="BB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BB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 de marca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línea más rentable de Google, con un retorno cercano a 3x</a:t>
            </a:r>
            <a:endParaRPr lang="en-US" sz="1100" dirty="0"/>
          </a:p>
        </p:txBody>
      </p:sp>
      <p:sp>
        <p:nvSpPr>
          <p:cNvPr id="20" name="BB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BB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Retargeting dinámico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Retorno de 3,1x en Meta antes de la reestructura del 10 oct</a:t>
            </a:r>
            <a:endParaRPr lang="en-US" sz="1100" dirty="0"/>
          </a:p>
        </p:txBody>
      </p:sp>
      <p:sp>
        <p:nvSpPr>
          <p:cNvPr id="24" name="BB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BB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Bienvenida renovada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Welcome BARK15 activa desde el 6 oct; SMS Welcome en camino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dashboard de la tienda (1 ene – 13 oct 2026), Klaviyo, Google Ads (retorno de marca estimado) y Meta Ads Manager.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el 9 de octubre: estado por marca</a:t>
            </a:r>
            <a:endParaRPr lang="en-US" sz="2600" dirty="0"/>
          </a:p>
        </p:txBody>
      </p:sp>
      <p:graphicFrame>
        <p:nvGraphicFramePr>
          <p:cNvPr id="6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hoy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clientes nuevos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 desde el 5 oct. El 13 oct bajamos su presupuesto ($1.000 → $800) por costo por compra 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A/B Oferta vs. Sin oferta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Cerrado el 6 oct; el 7 oct salieron los conjuntos de clientes nuevos con 10% de descuento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Smile / W10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Públicos de lista y similares activos en Meta; $210 invertidos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por email y SMS (11 oct)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 a 6.770 correos y 308 SMS: 7 órdenes,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lista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curso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envíos armados: lanzamiento 15 oct, recordatorio 16 oct, último llamado 18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Recurrente → Suscripción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montaje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Construido y en pruebas; aún no está 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Smile10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compras a $26 c/u: el costo por compra más bajo del portafolio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nueva Welcome BARK15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activa desde el 7 oct (presupuesto $200 → $300); Welcome activa desde el 6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marcas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Retargeting dinámico (adicional)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oct: anuncios de catálogo a quienes vieron o agregaron al carrito en 90 días, sin compradores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más volumen, eficiencia todavía en construcción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Ayoba, clientes nuevos: $26 por compra, retorno 1,6x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retargeting dinámico: $26 por compra, retorno 2,9x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Barker, retargeting dinámico: retorno 3,1x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estamos corrigiendo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clientes nuevos: $170 por compra → presupuesto recortado el 13 oct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Retargeting nuevo (desde el 10 oct) aún en aprendizaje; le subimos presupuesto en Ayoba y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Meta Ads Manager, compras y retorno atribuidos por la plataforma. No incluye Google Ads ni el total de ventas de la tienda (ver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y SMS ya generan ventas recurrentes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en ventas atribuidas a email y SMS,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1–14 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órdenes; 17 llegan solas por flujos automáticos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Game Day tuvo 60% de apertura. Los flujos de Subscribe &amp; Save y Segunda Orden están activos desde el 7 oct.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Biltong), órdenes atribuidas por la plataforma.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esta semana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y lista 15% (15 oct), recordatorio el 16 y cierre el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el retargeting dinámico y Smile; ajustar clientes nuevos según su costo por compra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Recuperar la frecuencia de email y activar el flujo Recurrente → Suscripción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nuevos, la de menor costo por compra del portafolio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Activar los flujos de retención para que corran solos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Campañas: Spicy Taco Night, Droëwors Oktoberfest y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 a medida que gana datos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Lanzar la SMS Welcome Series y medir la nueva Welcome BARK15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Sostener el retargeting dinámico con su nuevo presupuesto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seguimiento: 21 de octubre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Le compartiremos los resultados del Fast Sale de Brooklyn (ventas, órdenes y respuesta de VIP vs. lista) y cómo evolucionan las campañas de clientes nuevos en las 3 marcas.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avances de octubre</dc:title>
  <dc:subject>PptxGenJS Presentation</dc:subject>
  <dc:creator>Rebold</dc:creator>
  <cp:lastModifiedBy>Rebold</cp:lastModifiedBy>
  <cp:revision>1</cp:revision>
  <dcterms:created xsi:type="dcterms:W3CDTF">2026-10-14T15:25:37Z</dcterms:created>
  <dcterms:modified xsi:type="dcterms:W3CDTF">2026-10-14T15:25:37Z</dcterms:modified>
</cp:coreProperties>
</file>