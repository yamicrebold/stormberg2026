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86abd0c7-36a2-290b-a3e2-19a8f3365bb5}">
          <p14:sldIdLst>
            <p14:sldId id="256"/>
            <p14:sldId id="257"/>
          </p14:sldIdLst>
        </p14:section>
        <p14:section name="Avances" id="{eae4ad8b-85fb-b294-6cd4-ced0c47a5d0d}">
          <p14:sldIdLst>
            <p14:sldId id="258"/>
            <p14:sldId id="259"/>
            <p14:sldId id="260"/>
          </p14:sldIdLst>
        </p14:section>
        <p14:section name="Próximos pasos" id="{fdd2d61a-9a61-8efa-c2c9-d9321dd7d10c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Compras atribuidas a Meta por marca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1–5 oct (5 días)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6–13 oct (8 días)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Ventas por programa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Ventas por programa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Otros flujos y envíos</c:v>
                  </c:pt>
                  <c:pt idx="1">
                    <c:v>Recordatorio $10 off</c:v>
                  </c:pt>
                  <c:pt idx="2">
                    <c:v>Win-back</c:v>
                  </c:pt>
                  <c:pt idx="3">
                    <c:v>Welcome por SMS</c:v>
                  </c:pt>
                  <c:pt idx="4">
                    <c:v>Game Day (email + SMS)</c:v>
                  </c:pt>
                  <c:pt idx="5">
                    <c:v>Flujo primera compra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Status de octubre · Datos al 13 de octubre de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STATUS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avances de octubre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Seguimiento a lo comprometido en el update del 1–9 de octubre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14 de octubre de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acciones ya están corriendo y las compras repuntan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Compras atribuidas a Meta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1–5 oct vs. 6–13 oct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2,3x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Inversión diaria en Meta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$72 → $166 por día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Ventas por email y SMS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1–14 oct (31 órdenes)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tiene que saber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Ejecución: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todo lo comprometido en Meta ya está en el aire en las 3 marcas, y el 10 de octubre reestructuramos el retargeting.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Resultado: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compras se multiplicaron, pero el retorno en Meta (0,76x) sigue por debajo del punto de equilibrio. Ya movimos presupuesto hacia lo que mejor convierte.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Lo que viene: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Fast Sale de Brooklyn (15–18 oct) es la palanca más grande del 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el 9 de octubre: estado por marca</a:t>
            </a:r>
            <a:endParaRPr lang="en-US" sz="2600" dirty="0"/>
          </a:p>
        </p:txBody>
      </p:sp>
      <p:graphicFrame>
        <p:nvGraphicFramePr>
          <p:cNvPr id="4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está hoy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 clientes nuevos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 desde el 5 oct. El 13 oct bajamos su presupuesto ($1.000 → $800) por costo por compra 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A/B Oferta vs. Sin oferta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Cerrado el 6 oct; el 7 oct salieron los conjuntos de clientes nuevos con 10% de descuento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Smile / W10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Públicos de lista y similares activos en Meta; $210 invertidos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por email y SMS (11 oct)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Enviado a 6.770 correos y 308 SMS: 7 órdenes,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lista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curso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envíos armados: lanzamiento 15 oct, recordatorio 16 oct, último llamado 18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Recurrente → Suscripción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montaje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Construido y en pruebas; aún no está activo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Smile10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compras a $26 c/u: el costo por compra más bajo del portafolio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nueva Welcome BARK15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activa desde el 7 oct (presupuesto $200 → $300); Welcome activa desde el 6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3 marcas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Retargeting dinámico (adicional)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oct: anuncios de catálogo a quienes vieron o agregaron al carrito en 90 días, sin compradores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más volumen, eficiencia todavía en construcción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funciona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Ayoba, clientes nuevos: $26 por compra, retorno 1,6x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retargeting dinámico: $26 por compra, retorno 2,9x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Barker, retargeting dinámico: retorno 3,1x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estamos corrigiendo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clientes nuevos: $170 por compra → presupuesto recortado el 13 oct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Retargeting nuevo (desde el 10 oct) aún en aprendizaje; le subimos presupuesto en Ayoba y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Meta Ads Manager, compras y retorno atribuidos por la plataforma. No incluye Google Ads ni el total de ventas de la tienda (ver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y SMS ya generan ventas recurrentes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en ventas atribuidas a email y SMS,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1–14 oct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órdenes; 17 llegan solas por flujos automáticos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Game Day tuvo 60% de apertura. Los flujos de Subscribe &amp; Save y Segunda Orden están activos desde el 7 oct.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Biltong), órdenes atribuidas por la plataforma.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Próximas dos semanas</a:t>
            </a:r>
            <a:endParaRPr lang="en-US" sz="2600" dirty="0"/>
          </a:p>
        </p:txBody>
      </p:sp>
      <p:sp>
        <p:nvSpPr>
          <p:cNvPr id="3" name="Timeline line"/>
          <p:cNvSpPr/>
          <p:nvPr/>
        </p:nvSpPr>
        <p:spPr>
          <a:xfrm>
            <a:off x="777240" y="1463040"/>
            <a:ext cx="75895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15 oct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Sale Brooklyn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VIP (2+ órdenes) 20%, resto de la lista 15%</a:t>
            </a:r>
            <a:endParaRPr lang="en-US" sz="1100" dirty="0"/>
          </a:p>
        </p:txBody>
      </p:sp>
      <p:sp>
        <p:nvSpPr>
          <p:cNvPr id="8" name="Timeline dot 2"/>
          <p:cNvSpPr/>
          <p:nvPr/>
        </p:nvSpPr>
        <p:spPr>
          <a:xfrm>
            <a:off x="2667305" y="12801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0145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16–18 oct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30145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Recordatorio y cierre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30145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Por email a VIP y lista general</a:t>
            </a:r>
            <a:endParaRPr lang="en-US" sz="1100" dirty="0"/>
          </a:p>
        </p:txBody>
      </p:sp>
      <p:sp>
        <p:nvSpPr>
          <p:cNvPr id="12" name="Timeline dot 3"/>
          <p:cNvSpPr/>
          <p:nvPr/>
        </p:nvSpPr>
        <p:spPr>
          <a:xfrm>
            <a:off x="4740250" y="1280160"/>
            <a:ext cx="365760" cy="3657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0309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Semana del 20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0309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Escalar lo que gana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03090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Más presupuesto a retargeting y a Ayoba clientes nuevos; menos a lo caro</a:t>
            </a:r>
            <a:endParaRPr lang="en-US" sz="1100" dirty="0"/>
          </a:p>
        </p:txBody>
      </p:sp>
      <p:sp>
        <p:nvSpPr>
          <p:cNvPr id="16" name="Timeline dot 4"/>
          <p:cNvSpPr/>
          <p:nvPr/>
        </p:nvSpPr>
        <p:spPr>
          <a:xfrm>
            <a:off x="6813194" y="1280160"/>
            <a:ext cx="365760" cy="3657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6034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Octubre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6034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Retención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76034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Recurrente → Suscripción (Brooklyn), SMS Welcome (Beg &amp; Barker), flujos de Ayoba</a:t>
            </a:r>
            <a:endParaRPr lang="en-US" sz="1100" dirty="0"/>
          </a:p>
        </p:txBody>
      </p:sp>
      <p:sp>
        <p:nvSpPr>
          <p:cNvPr id="20" name="Meeting asks panel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520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proponemos revisar en la reunión del miércoles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840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Meta de costo por compra de clientes nuevos por marca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Resultados del Fast Sale frente a la semana promocional de septiembre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avances de octubre</dc:title>
  <dc:subject>PptxGenJS Presentation</dc:subject>
  <dc:creator>Rebold</dc:creator>
  <cp:lastModifiedBy>Rebold</cp:lastModifiedBy>
  <cp:revision>1</cp:revision>
  <dcterms:created xsi:type="dcterms:W3CDTF">2026-10-14T14:29:03Z</dcterms:created>
  <dcterms:modified xsi:type="dcterms:W3CDTF">2026-10-14T14:29:03Z</dcterms:modified>
</cp:coreProperties>
</file>